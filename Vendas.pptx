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7" d="100"/>
          <a:sy n="77" d="100"/>
        </p:scale>
        <p:origin x="16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B708D-86AB-45FB-9D42-F419B8FD532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758AB-8CDE-41F3-8D85-17A89093A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lineClusteredColumnComboChart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70c984c-fb20-4d7f-9509-ff489f1af129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70c984c-fb20-4d7f-9509-ff489f1af129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70c984c-fb20-4d7f-9509-ff489f1af129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ieChart ,areaChart ,clusteredColumnChart ,slicer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 ,card ,pieChart ,clusteredColumnChart ,clusteredColumnChart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lusteredColumnComboChart ,clusteredBarChart ,pieChart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81</Words>
  <Application>Microsoft Office PowerPoint</Application>
  <PresentationFormat>Widescreen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Custom Design</vt:lpstr>
      <vt:lpstr>Page 1</vt:lpstr>
      <vt:lpstr>Page 2</vt:lpstr>
      <vt:lpstr>Page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eduardo sanzovo quaggio</cp:lastModifiedBy>
  <cp:revision>5</cp:revision>
  <dcterms:created xsi:type="dcterms:W3CDTF">2016-09-04T11:54:55Z</dcterms:created>
  <dcterms:modified xsi:type="dcterms:W3CDTF">2026-02-09T20:33:54Z</dcterms:modified>
</cp:coreProperties>
</file>